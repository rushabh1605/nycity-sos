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'This is built for anyone who's ever been in a room where they couldn't say the real thing out loud.' Pause before advancing.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gap: existing tools all assume you can act openly. Panic buttons need a free hand. Calling 911 needs a voice you can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modes. One is the product; the other is the point. Cover mode is permanent once entered — that is a deliberate safety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clever part: ordinary order-taking questions collect exactly the fields a dispatcher needs. Headcount, mobility, whether they're home,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 SLIDE. On stage: say the trigger, then SAY NOTHING FOR THREE SECONDS. Let the split do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 audio proxy — no turn-based round trips. Speech recognition runs in the browser alongside it so the alert carries real transcript lines. Alerts fan out over two channels.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Nandani built this as a product, not a debug view — something a dispatcher would actually stare at during a shift. The map is inline SVG, so nothing depends on venue Wi-Fi.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details that separate a demo that survives a live room from one that doesn't. Mention the headcount fallback — judges like that we didn't trust the model blindly.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 calling only on the Live session — mixing in built-in tools or structured output is a known source of silent breakage. Defaults on temperature/topP/topK.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screens: laptop on stage, dispatch console on the projector. After beat 4, three seconds of silence. Do not narrate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 the false-positive question. The answer is human verification in the loop — the Noonlight / campus duress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line, then stop talking. 'That alert went out while I was still talking about toppings. Thank you.'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1481328"/>
            <a:ext cx="128016" cy="128016"/>
          </a:xfrm>
          <a:prstGeom prst="ellipse">
            <a:avLst/>
          </a:prstGeom>
          <a:solidFill>
            <a:srgbClr val="156B3D"/>
          </a:solidFill>
          <a:ln w="12700">
            <a:solidFill>
              <a:srgbClr val="156B3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96112" y="13716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BUILDER DAY, NYU TANDON  ·  GDG BROOKLYN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87452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NYCity SOS</a:t>
            </a:r>
            <a:endParaRPr lang="en-US" sz="7600" dirty="0"/>
          </a:p>
        </p:txBody>
      </p:sp>
      <p:sp>
        <p:nvSpPr>
          <p:cNvPr id="6" name="Text 3"/>
          <p:cNvSpPr/>
          <p:nvPr/>
        </p:nvSpPr>
        <p:spPr>
          <a:xfrm>
            <a:off x="658368" y="3127248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B1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companion that keeps talking about pizza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B1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it quietly calls for help.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safety agent for New York City residents and students. Built on Gemini Live.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" y="5029200"/>
            <a:ext cx="10844784" cy="0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51937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Hiren          Nandani          Rushabh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55961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gemini-3.1-flash-live-preview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safety tool assumes you can act openly.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58368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you can't is exactly the moment you need one.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410712" cy="2148840"/>
          </a:xfrm>
          <a:prstGeom prst="roundRect">
            <a:avLst>
              <a:gd name="adj" fmla="val 3404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32688" y="212140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8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32688" y="26700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Calling 911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32688" y="307238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speaking out loud, in front of whoever is in the room with you.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25112" y="1828800"/>
            <a:ext cx="3410712" cy="2148840"/>
          </a:xfrm>
          <a:prstGeom prst="roundRect">
            <a:avLst>
              <a:gd name="adj" fmla="val 3404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12140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8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7720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617720" y="26700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Panic buttons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617720" y="307238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 free hand, an unlocked phone, and a movement nobody sees.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10144" y="1828800"/>
            <a:ext cx="3410712" cy="2148840"/>
          </a:xfrm>
          <a:prstGeom prst="roundRect">
            <a:avLst>
              <a:gd name="adj" fmla="val 3404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02752" y="212140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8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0275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302752" y="26700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Improvised codes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302752" y="307238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dispatcher can't be trained for every code a stranger invents mid-call.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4315968"/>
            <a:ext cx="10844784" cy="1371600"/>
          </a:xfrm>
          <a:prstGeom prst="roundRect">
            <a:avLst>
              <a:gd name="adj" fmla="val 5333"/>
            </a:avLst>
          </a:prstGeom>
          <a:solidFill>
            <a:srgbClr val="EBEEF2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005840" y="452628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missing is a way to ask for help using words that sound like</a:t>
            </a:r>
            <a:endParaRPr lang="en-US" sz="22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something else entirely — and be understood anyway.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agent. Two modes. Only one of them sounds like a safety app.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40080" y="1691640"/>
            <a:ext cx="5330952" cy="4023360"/>
          </a:xfrm>
          <a:prstGeom prst="roundRect">
            <a:avLst>
              <a:gd name="adj" fmla="val 1818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60120" y="2011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56B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2011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5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MODE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60120" y="2468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resource companion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two spoken sentences, max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security, crisis lines, nearest hospital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311, cooling centers, NYC Well, shelters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by campus selection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45262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56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 need to reach NYU campus security.”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56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“NYU Public Safety is available 24/7 at 212-998-2222.”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53912" y="1691640"/>
            <a:ext cx="5330952" cy="4023360"/>
          </a:xfrm>
          <a:prstGeom prst="roundRect">
            <a:avLst>
              <a:gd name="adj" fmla="val 1818"/>
            </a:avLst>
          </a:prstGeom>
          <a:solidFill>
            <a:srgbClr val="FFF8EE"/>
          </a:solidFill>
          <a:ln w="12700">
            <a:solidFill>
              <a:srgbClr val="EFD0A6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2011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15A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73952" y="2011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B1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MODE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73952" y="2468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Tony's Pizza, Brooklyn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473952" y="297180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by saying “I'd like to order a pizza”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— never exits, even if asked 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Hard-banned words: help, danger, police, 911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asks “are you okay?”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73952" y="45262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1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“I'd like to order a pizza.”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1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“Sure — Tony's Pizza! How many can I start for you?”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Ordinary questions. Dispatcher-grade answers.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58368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agent needs, gathered without a single word that sounds like an emergency.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755648"/>
            <a:ext cx="10844784" cy="804672"/>
          </a:xfrm>
          <a:prstGeom prst="roundRect">
            <a:avLst>
              <a:gd name="adj" fmla="val 9091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175564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16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“Seven pizzas”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0" y="1755648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60720" y="1755648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other people present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724912"/>
            <a:ext cx="10844784" cy="804672"/>
          </a:xfrm>
          <a:prstGeom prst="roundRect">
            <a:avLst>
              <a:gd name="adj" fmla="val 9091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05840" y="2724912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16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“Extra cheese”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0" y="2724912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60720" y="2724912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cannot move or leave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3694176"/>
            <a:ext cx="10844784" cy="804672"/>
          </a:xfrm>
          <a:prstGeom prst="roundRect">
            <a:avLst>
              <a:gd name="adj" fmla="val 9091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005840" y="3694176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16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“Delivery” / “Pickup”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029200" y="3694176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760720" y="3694176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home  /  somewhere else, in public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0080" y="4663440"/>
            <a:ext cx="10844784" cy="804672"/>
          </a:xfrm>
          <a:prstGeom prst="roundRect">
            <a:avLst>
              <a:gd name="adj" fmla="val 9091"/>
            </a:avLst>
          </a:prstGeom>
          <a:solidFill>
            <a:srgbClr val="FDF1F2"/>
          </a:solidFill>
          <a:ln w="12700">
            <a:solidFill>
              <a:srgbClr val="EFC3C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005840" y="466344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2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“Extra pineapple”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029200" y="466344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760720" y="4663440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C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NOW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58368" y="5870448"/>
            <a:ext cx="1084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trigger phrase is configurable. The point is not the pizza — it's that an AI agent can hold the fiction and extract structured fields at the same time.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moment the alert goes out, nothing changes out loud.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40080" y="1691640"/>
            <a:ext cx="5330952" cy="4160520"/>
          </a:xfrm>
          <a:prstGeom prst="roundRect">
            <a:avLst>
              <a:gd name="adj" fmla="val 1758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60120" y="201168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15A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2011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B1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HEARD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60120" y="24871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783080" y="24323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0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Seven, please. Extra cheese.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31455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1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783080" y="30906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0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it — seven pies. Delivery or pickup?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38039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783080" y="3749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0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Delivery. 5 MetroTech Center.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" y="44622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783080" y="44074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0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uh — extra pineapple on that.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0120" y="51206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1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783080" y="506577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0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pineapple, got it. About twenty-five minutes.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60120" y="548640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Calm. Uninterrupted. No pause, no tone change.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53912" y="1691640"/>
            <a:ext cx="5330952" cy="4160520"/>
          </a:xfrm>
          <a:prstGeom prst="roundRect">
            <a:avLst>
              <a:gd name="adj" fmla="val 1758"/>
            </a:avLst>
          </a:prstGeom>
          <a:solidFill>
            <a:srgbClr val="FDF1F2"/>
          </a:solidFill>
          <a:ln w="12700">
            <a:solidFill>
              <a:srgbClr val="EFC3C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73952" y="201168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28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73952" y="20116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C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DISPATCHED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73952" y="245059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C0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DISPATCHED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473952" y="2999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485632" y="29992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immediate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73952" y="35021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PRESENT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485632" y="350215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73952" y="4005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485632" y="40050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MetroTech Center, Brooklyn NY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73952" y="45079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485632" y="45079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unable to leave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473952" y="50109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485632" y="50109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spoken lines attached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473952" y="548640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rendered. Stopwatch counting.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wired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58368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proxies the mic straight into Gemini Live. Sub-second bidirectional audio is what makes the cover sound real.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0299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243230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→ PCM 16 kHz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 → transcript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31920" y="1874520"/>
            <a:ext cx="484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416552" y="18745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90872" y="20299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 /ws/live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690872" y="243230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audio proxy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 handling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08392" y="1874520"/>
            <a:ext cx="484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193024" y="18745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467344" y="20299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1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Live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467344" y="243230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audio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only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61772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2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trigger_escalation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703320" y="370332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EBEEF2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703320" y="3703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  ·  pub/sub, 10 active alerts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417320" y="489204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673352" y="50292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Server-Sent Events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673352" y="534009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/api/alerts/stream — cross-device,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the full board on connect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263640" y="489204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519672" y="50292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BroadcastChannel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519672" y="534009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'city-sos-alerts' — instant, same-origin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window-to-window on one machine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566160" y="4434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046720" y="4434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dispatch console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58368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stared at during a shift, not to demo well for thirty seconds.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5330952" cy="1207008"/>
          </a:xfrm>
          <a:prstGeom prst="roundRect">
            <a:avLst>
              <a:gd name="adj" fmla="val 6061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19456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B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44752" y="1965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Radar standby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44752" y="229514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'DISPATCH SYSTEM ONLINE', sweeping radar. Idle is a designed state, not a blank page.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53912" y="1783080"/>
            <a:ext cx="5330952" cy="1207008"/>
          </a:xfrm>
          <a:prstGeom prst="roundRect">
            <a:avLst>
              <a:gd name="adj" fmla="val 6061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8232" y="219456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8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958584" y="1965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Multi-alert board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58584" y="229514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incident is its own card with an active-count badge. Alerts stack, never overwrite.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3200400"/>
            <a:ext cx="5330952" cy="1207008"/>
          </a:xfrm>
          <a:prstGeom prst="roundRect">
            <a:avLst>
              <a:gd name="adj" fmla="val 6061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14400" y="361188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8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444752" y="3383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stopwatch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44752" y="371246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up from the dispatch timestamp — elapsed time is the first thing a responder asks.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153912" y="3200400"/>
            <a:ext cx="5330952" cy="1207008"/>
          </a:xfrm>
          <a:prstGeom prst="roundRect">
            <a:avLst>
              <a:gd name="adj" fmla="val 6061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28232" y="361188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8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28232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958584" y="3383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Inline vector map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958584" y="371246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SVG street schematic. No tile server, nothing to fail on venue Wi-Fi.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40080" y="4617720"/>
            <a:ext cx="5330952" cy="1207008"/>
          </a:xfrm>
          <a:prstGeom prst="roundRect">
            <a:avLst>
              <a:gd name="adj" fmla="val 6061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14400" y="502920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83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444752" y="4800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transcript tail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444752" y="512978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spoken lines from the session, so a human can verify before acting.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153912" y="4617720"/>
            <a:ext cx="5330952" cy="1207008"/>
          </a:xfrm>
          <a:prstGeom prst="roundRect">
            <a:avLst>
              <a:gd name="adj" fmla="val 6061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428232" y="5029200"/>
            <a:ext cx="365760" cy="3657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283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28232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958584" y="4800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Dismiss &amp; Clear All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958584" y="512978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Per-card and full reset, propagated to every connected console over SSE.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parts that make it survive a live room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58368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came from something breaking in rehearsal.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11226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9050">
            <a:solidFill>
              <a:srgbClr val="156B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2112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508760" y="191109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Headcount inference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892040" y="191109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returns 0, the backend re-reads the transcript for digits, number words, then any standalone number. The dispatcher never sees an empty field.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953512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60120" y="3282696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9050">
            <a:solidFill>
              <a:srgbClr val="156B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3282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508760" y="30815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Exactly one alert per session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892040" y="3081528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twice — in the prompt and by a client-side latch. A duress signal that fires five times is noise, not urgency.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4123944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60120" y="445312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9050">
            <a:solidFill>
              <a:srgbClr val="156B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4453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508760" y="4251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speech recognition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892040" y="4251960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Live returns agent audio, not user text. The browser transcribes continuously so the alert carries real spoken lines, not a canned script.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" y="5294376"/>
            <a:ext cx="10844784" cy="1005840"/>
          </a:xfrm>
          <a:prstGeom prst="roundRect">
            <a:avLst>
              <a:gd name="adj" fmla="val 7273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60120" y="562356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9050">
            <a:solidFill>
              <a:srgbClr val="156B3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" y="5623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508760" y="542239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Spoken address wins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4892040" y="5422392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location given in the cover conversation overrides the default campus label on the alert card.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58368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Python service, no database, deployable to a public URL judges can open on their own phones.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10844784" cy="932688"/>
          </a:xfrm>
          <a:prstGeom prst="roundRect">
            <a:avLst>
              <a:gd name="adj" fmla="val 7843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60120" y="18928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Live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60120" y="22585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6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gemini-3.1-flash-live-preview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160520" y="1929384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streaming audio with function calling. Interruptible — the cover conversation never sounds turn-based.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880360"/>
            <a:ext cx="10844784" cy="932688"/>
          </a:xfrm>
          <a:prstGeom prst="roundRect">
            <a:avLst>
              <a:gd name="adj" fmla="val 7843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29900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+ uvicorn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33558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6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60520" y="3026664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audio proxy, SSE alert stream, static hosting. One process, no database.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977640"/>
            <a:ext cx="10844784" cy="932688"/>
          </a:xfrm>
          <a:prstGeom prst="roundRect">
            <a:avLst>
              <a:gd name="adj" fmla="val 7843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60120" y="40873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 JS front end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60120" y="44531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6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Audio + Web Speech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160520" y="4123944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capture, PCM streaming, live transcription, inline SVG map. No framework, no build step.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5074920"/>
            <a:ext cx="10844784" cy="932688"/>
          </a:xfrm>
          <a:prstGeom prst="roundRect">
            <a:avLst>
              <a:gd name="adj" fmla="val 7843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60120" y="51846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+ Cloud Run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60120" y="55504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6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gcloud builds submit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160520" y="5221224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HTTPS URL — microphone access requires a secure context, so this isn't optional.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four beats, two minutes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58368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on stage. Dispatch console on the projector, radar sweeping.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2487168" cy="2880360"/>
          </a:xfrm>
          <a:prstGeom prst="roundRect">
            <a:avLst>
              <a:gd name="adj" fmla="val 2941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96112" y="2057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56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914400" y="28163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mode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need to reach NYU campus security.”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answer with the real 24/7 number.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01568" y="1874520"/>
            <a:ext cx="2487168" cy="2880360"/>
          </a:xfrm>
          <a:prstGeom prst="roundRect">
            <a:avLst>
              <a:gd name="adj" fmla="val 2941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0" y="2057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1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3675888" y="28163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turn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675888" y="3246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“I'd like to order a pizza.”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dot goes amber. The agent becomes Tony's.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63056" y="1874520"/>
            <a:ext cx="2487168" cy="2880360"/>
          </a:xfrm>
          <a:prstGeom prst="roundRect">
            <a:avLst>
              <a:gd name="adj" fmla="val 2941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19088" y="2057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1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6437376" y="28163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Coded details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37376" y="3246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“Seven, extra cheese, delivery to 5 MetroTech.”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Headcount, mobility, address — all collected.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924544" y="1874520"/>
            <a:ext cx="2487168" cy="2880360"/>
          </a:xfrm>
          <a:prstGeom prst="roundRect">
            <a:avLst>
              <a:gd name="adj" fmla="val 2941"/>
            </a:avLst>
          </a:prstGeom>
          <a:solidFill>
            <a:srgbClr val="FDF1F2"/>
          </a:solidFill>
          <a:ln w="12700">
            <a:solidFill>
              <a:srgbClr val="EFC3C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180576" y="2057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0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9198864" y="28163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trigger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198864" y="3246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“And extra pineapple on that.”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 goes red. Then three seconds of silence.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5074920"/>
            <a:ext cx="10844784" cy="841248"/>
          </a:xfrm>
          <a:prstGeom prst="roundRect">
            <a:avLst>
              <a:gd name="adj" fmla="val 8696"/>
            </a:avLst>
          </a:prstGeom>
          <a:solidFill>
            <a:srgbClr val="EBEEF2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005840" y="5074920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920240" y="5074920"/>
            <a:ext cx="9235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?dev=1  toolbar replays beats 2–4 with no microphone — for a noisy room, a denied mic permission, or dead venue Wi-Fi.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obvious objection, answered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58368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happens when someone actually orders pineapple?”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10844784" cy="1170432"/>
          </a:xfrm>
          <a:prstGeom prst="roundRect">
            <a:avLst>
              <a:gd name="adj" fmla="val 6250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25856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B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03911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doesn't call the police.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54480" y="2386584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go to pre-set trusted contacts and a monitored dispatch console. A human verifies the transcript before emergency services are engaged — the same model Noonlight and campus duress systems already run.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246120"/>
            <a:ext cx="10844784" cy="1170432"/>
          </a:xfrm>
          <a:prstGeom prst="roundRect">
            <a:avLst>
              <a:gd name="adj" fmla="val 6250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60120" y="363016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B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3630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54480" y="341071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transcript ships with the alert.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554480" y="3758184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responder sees the exact coded lines, not just a red card. Verification takes seconds, and a false fire costs one phone call.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4617720"/>
            <a:ext cx="10844784" cy="1170432"/>
          </a:xfrm>
          <a:prstGeom prst="roundRect">
            <a:avLst>
              <a:gd name="adj" fmla="val 6250"/>
            </a:avLst>
          </a:prstGeom>
          <a:solidFill>
            <a:srgbClr val="F5F7F9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5B1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60120" y="500176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B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5001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554480" y="478231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trigger is the user's to set.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54480" y="5129784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pizza code is the demo default because everyone recognises it. In production it's a phrase you'd never say by accident.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58368" y="6035040"/>
            <a:ext cx="1084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device geolocation, authenticated trusted-contact list, live NYC Emergency Management shelter feed, and embedding-based volunteer matching (needs ↔ offers).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2084832"/>
            <a:ext cx="128016" cy="128016"/>
          </a:xfrm>
          <a:prstGeom prst="ellipse">
            <a:avLst/>
          </a:prstGeom>
          <a:solidFill>
            <a:srgbClr val="C0283A"/>
          </a:solidFill>
          <a:ln w="12700">
            <a:solidFill>
              <a:srgbClr val="C0283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96112" y="197510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NYCITY SOS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25146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6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alert went out while I was</a:t>
            </a:r>
            <a:endParaRPr lang="en-US" sz="4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600" b="1" dirty="0">
                <a:solidFill>
                  <a:srgbClr val="1016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talking about toppings.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58368" y="4434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1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58368" y="5349240"/>
            <a:ext cx="10844784" cy="0"/>
          </a:xfrm>
          <a:prstGeom prst="line">
            <a:avLst/>
          </a:prstGeom>
          <a:noFill/>
          <a:ln w="12700">
            <a:solidFill>
              <a:srgbClr val="DDE2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Hiren          Nandani          Rushabh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NYCity SOS — Voice-First Safety Companion</dc:title>
  <dc:subject>PptxGenJS Presentation</dc:subject>
  <dc:creator>NYCity SOS Team</dc:creator>
  <cp:lastModifiedBy>NYCity SOS Team</cp:lastModifiedBy>
  <cp:revision>1</cp:revision>
  <dcterms:created xsi:type="dcterms:W3CDTF">2026-07-25T19:41:59Z</dcterms:created>
  <dcterms:modified xsi:type="dcterms:W3CDTF">2026-07-25T19:41:59Z</dcterms:modified>
</cp:coreProperties>
</file>