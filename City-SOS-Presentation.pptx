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'This is built for anyone who's ever been in a room where they couldn't say the real thing out loud.' Pause before advancing.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gap: existing tools all assume you can act openly. Panic buttons need a free hand. Calling 911 needs a voice you can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modes. One is the product; the other is the point. Cover mode is permanent once entered — that is a deliberate safety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clever part: ordinary order-taking questions collect exactly the fields a dispatcher needs. Headcount, mobility,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On stage: say the trigger, then SAY NOTHING FOR THREE SECONDS. Let the split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Straight audio proxy — no turn-based round trips. Alerts fan out over two channels so the dispatch screen works on the same machine or a different device.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Nandani built this as a product, not a debug view — something a dispatcher would actually stare at during a shift.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Function calling only on the Live session — mixing in built-in tools or structured output is a known source of silent breakage. Defaults on temperature/topP/topK.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screens: laptop on stage, dispatch monitor on the projector. After beat 4, three seconds of silence. Do not narrate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false-positive question. The answer is human verification in the loop — the Noonlight / campus duress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line, then stop talking. 'That alert went out while I was still talking about toppings. Thank you.'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1481328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96112" y="1371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 ·  AI BUILDER DAY, NYU TANDON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SOS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658368" y="3127248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companion that keeps talking about pizza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quietly calls for help.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safety agent for New York City residents and students. Built on Gemini Live.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5029200"/>
            <a:ext cx="10844784" cy="0"/>
          </a:xfrm>
          <a:prstGeom prst="line">
            <a:avLst/>
          </a:prstGeom>
          <a:noFill/>
          <a:ln w="12700">
            <a:solidFill>
              <a:srgbClr val="262D3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51937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Hiren  —  Voice / AI Core          Nandani  —  Dispatch Screen          Rushabh  —  Integration, Deploy &amp; Demo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5596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gemini-3.1-flash-live-preview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safety tool assumes you can act openly.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can't is exactly the moment you need one.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32688" y="212140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Calling 911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speaking out loud, in front of whoever is in the room with you.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25112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2140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17720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Panic buttons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17720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free hand, an unlocked phone, and a movement nobody sees.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10144" y="1828800"/>
            <a:ext cx="3410712" cy="2148840"/>
          </a:xfrm>
          <a:prstGeom prst="roundRect">
            <a:avLst>
              <a:gd name="adj" fmla="val 3404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02752" y="212140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02752" y="2121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302752" y="26700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Improvised codes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02752" y="3072384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dispatcher can't be trained for every code a stranger invents mid-call.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315968"/>
            <a:ext cx="10844784" cy="1371600"/>
          </a:xfrm>
          <a:prstGeom prst="roundRect">
            <a:avLst>
              <a:gd name="adj" fmla="val 5333"/>
            </a:avLst>
          </a:prstGeom>
          <a:solidFill>
            <a:srgbClr val="1F262E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05840" y="452628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missing is a way to ask for help using words that sound like</a:t>
            </a:r>
            <a:endParaRPr lang="en-US" sz="22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something else entirely — and be understood anyway.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agent. Two modes. Only one of them sounds like a safety app.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691640"/>
            <a:ext cx="5330952" cy="402336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262E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MODE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resource companion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60120" y="2971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in two spoken sentences, max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security, crisis lines, nearest hospital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311, cooling centers, NYC Well, shelters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by campus selection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60120" y="4526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 need to reach NYU campus security.”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“NYU Public Safety is available 24/7 at 212-998-2222.”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53912" y="1691640"/>
            <a:ext cx="5330952" cy="4023360"/>
          </a:xfrm>
          <a:prstGeom prst="roundRect">
            <a:avLst>
              <a:gd name="adj" fmla="val 1818"/>
            </a:avLst>
          </a:prstGeom>
          <a:solidFill>
            <a:srgbClr val="161B22"/>
          </a:solidFill>
          <a:ln w="12700">
            <a:solidFill>
              <a:srgbClr val="4A371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26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73952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MODE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73952" y="24688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Tony's Pizza, Brooklyn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473952" y="2971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by saying “I'd like to order a pizza”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— never exits, even if asked 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Hard-banned words: help, danger, police, 911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asks “are you okay?”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73952" y="4526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“I'd like to order a pizza.”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“Sure — Tony's Pizza! How many can I start for you?”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Ordinary questions. Dispatcher-grade answers.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needs, gathered without a single word that sounds like an emergency.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55648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05840" y="175564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“How many pizzas?”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29200" y="1755648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0" y="1755648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other people present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24912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272491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“Extra cheese”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724912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60720" y="2724912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cannot move or leave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3694176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1005840" y="3694176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“Delivery to …”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029200" y="3694176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760720" y="3694176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user's actual location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40080" y="4663440"/>
            <a:ext cx="10844784" cy="804672"/>
          </a:xfrm>
          <a:prstGeom prst="roundRect">
            <a:avLst>
              <a:gd name="adj" fmla="val 9091"/>
            </a:avLst>
          </a:prstGeom>
          <a:solidFill>
            <a:srgbClr val="2A1416"/>
          </a:solidFill>
          <a:ln w="12700">
            <a:solidFill>
              <a:srgbClr val="5C22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05840" y="466344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“Extra pineapple”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5029200" y="4663440"/>
            <a:ext cx="640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760720" y="4663440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NOW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" y="5870448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phrase is configurable. The point is not the pizza — it's that an AI agent can hold the fiction and extract structured fields at the same time.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the alert goes out, nothing changes out loud.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0080" y="1691640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960120" y="201168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F262E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20116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HEARD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60120" y="2487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783080" y="2432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Three, please. Extra cheese.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1455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783080" y="30906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it — three pies. Delivery or pickup?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38039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83080" y="3749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Delivery. 5 MetroTech Center.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44622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783080" y="4407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uh — extra pineapple on that.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51206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783080" y="506577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pineapple, got it. About twenty-five minutes.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5486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Calm. Uninterrupted. No pause, no tone change.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53912" y="1691640"/>
            <a:ext cx="5330952" cy="4160520"/>
          </a:xfrm>
          <a:prstGeom prst="roundRect">
            <a:avLst>
              <a:gd name="adj" fmla="val 1758"/>
            </a:avLst>
          </a:prstGeom>
          <a:solidFill>
            <a:srgbClr val="2A1416"/>
          </a:solidFill>
          <a:ln w="12700">
            <a:solidFill>
              <a:srgbClr val="5C22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473952" y="20116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F262E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73952" y="2011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DISPATCHED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73952" y="245059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DISPATCHED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6473952" y="29992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485632" y="2999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73952" y="3502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PRESENT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85632" y="35021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473952" y="4005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485632" y="400507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MetroTech Center, Brooklyn NY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73952" y="45079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8485632" y="4507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unable to leave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73952" y="50109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485632" y="50109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10 lines attached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73952" y="548640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pin live. Stopwatch counting.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wired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proxies the mic straight into Gemini Live. Sub-second bidirectional audio is what makes the cover sound real.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capture → PCM 16 kHz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Audio playback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1874520"/>
            <a:ext cx="484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416552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690872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 /ws/live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90872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audio proxy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 tail buffer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08392" y="1874520"/>
            <a:ext cx="484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⟷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193024" y="18745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67344" y="2029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Live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467344" y="24323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audio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only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177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trigger_escalation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977640" y="37033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F262E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977640" y="3703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 ·  async pub/sub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417320" y="48920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673352" y="5029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Server-Sent Events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673352" y="5340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/api/alerts/stream — cross-device,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last alert to late subscribers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263640" y="489204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519672" y="50292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BroadcastChannel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19672" y="53400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'city-sos-alerts' — instant, same-origin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window-to-window on one machine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56616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04672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dispatch monitor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be stared at during a shift, not to demo well for thirty seconds.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14400" y="219456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444752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Standby state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44752" y="2295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pulse, 'MONITORING — NO ACTIVE ALERTS'. Idle is a state, not a blank page.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53912" y="178308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28232" y="219456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8232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58584" y="19659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red transition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958584" y="229514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state flip the second the payload lands. Audible tone.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" y="320040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14400" y="361188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44752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stopwatch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444752" y="37124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up from the dispatch timestamp — elapsed time is the first thing a responder asks.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53912" y="320040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28232" y="361188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28232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958584" y="3383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pin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58584" y="371246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 + OSM, inverted tiles, dropped on the coded delivery address.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40080" y="461772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14400" y="502920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444752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 summary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444752" y="512978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plain sentence the model inferred from the coded conversation.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153912" y="4617720"/>
            <a:ext cx="5330952" cy="1207008"/>
          </a:xfrm>
          <a:prstGeom prst="roundRect">
            <a:avLst>
              <a:gd name="adj" fmla="val 606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428232" y="5029200"/>
            <a:ext cx="365760" cy="3657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28232" y="5029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54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958584" y="4800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Transcript tail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958584" y="5129784"/>
            <a:ext cx="4343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coded lines, so a human can verify before acting.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with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Python service, no database, deployable to a public URL judges can open on their own phones.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78308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60120" y="189280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Live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60120" y="2258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gemini-3.1-flash-live-preview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160520" y="192938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streaming audio with function calling. Interruptible — the cover conversation never sounds turn-based.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29900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+ uvicorn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33558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60520" y="302666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audio proxy, SSE alert stream, static hosting. One process, no database.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" y="397764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60120" y="40873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Vanilla JS front end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60120" y="44531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Audio + Leaflet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60520" y="412394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capture, PCM streaming, transcript rendering, map. No framework, no build step.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5074920"/>
            <a:ext cx="10844784" cy="932688"/>
          </a:xfrm>
          <a:prstGeom prst="roundRect">
            <a:avLst>
              <a:gd name="adj" fmla="val 7843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60120" y="518464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+ Cloud Run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960120" y="5550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builds submit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60520" y="5221224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HTTPS URL — required for microphone permission, and judges can open it themselves.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four beats, two minutes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on stage. Dispatch monitor on the projector, in standby.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96112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FB9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914400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 mode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reach NYU campus security.”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Spoken answer with the real 24/7 number.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01568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0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3675888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turn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3675888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“I'd like to order a pizza.”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dot goes amber. The agent becomes Tony's.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63056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19088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2"/>
          <p:cNvSpPr/>
          <p:nvPr/>
        </p:nvSpPr>
        <p:spPr>
          <a:xfrm>
            <a:off x="6437376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details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37376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“Three, extra cheese, delivery to 5 MetroTech.”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Headcount, mobility, address — all collected.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924544" y="1874520"/>
            <a:ext cx="2487168" cy="2880360"/>
          </a:xfrm>
          <a:prstGeom prst="roundRect">
            <a:avLst>
              <a:gd name="adj" fmla="val 2941"/>
            </a:avLst>
          </a:prstGeom>
          <a:solidFill>
            <a:srgbClr val="2A1416"/>
          </a:solidFill>
          <a:ln w="12700">
            <a:solidFill>
              <a:srgbClr val="5C222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80576" y="2057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400" dirty="0"/>
          </a:p>
        </p:txBody>
      </p:sp>
      <p:sp>
        <p:nvSpPr>
          <p:cNvPr id="19" name="Text 16"/>
          <p:cNvSpPr/>
          <p:nvPr/>
        </p:nvSpPr>
        <p:spPr>
          <a:xfrm>
            <a:off x="9198864" y="28163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98864" y="324612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“And extra pineapple on that.”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goes red. Then three seconds of silence.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844784" cy="841248"/>
          </a:xfrm>
          <a:prstGeom prst="roundRect">
            <a:avLst>
              <a:gd name="adj" fmla="val 8696"/>
            </a:avLst>
          </a:prstGeom>
          <a:solidFill>
            <a:srgbClr val="1F262E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05840" y="50749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5074920"/>
            <a:ext cx="9235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?dev=1  toolbar replays beats 2–4 with no microphone — for a noisy room, a denied mic permission, or a dead venue Wi-Fi.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obvious objection, answered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58368" y="1042416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when someone actually orders pineapple?”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8745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5856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2258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0391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doesn't call the police.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23865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go to pre-set trusted contacts and a monitored dispatch console. A human verifies the transcript before emergency services are engaged — the same model Noonlight and campus duress systems already run.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2461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63016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54480" y="34107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transcript ships with the alert.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54480" y="37581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responder sees the exact coded lines, not just a red light. Verification takes seconds, and a false fire costs one phone call.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4617720"/>
            <a:ext cx="10844784" cy="1170432"/>
          </a:xfrm>
          <a:prstGeom prst="roundRect">
            <a:avLst>
              <a:gd name="adj" fmla="val 6250"/>
            </a:avLst>
          </a:prstGeom>
          <a:solidFill>
            <a:srgbClr val="161B22"/>
          </a:solidFill>
          <a:ln w="12700">
            <a:solidFill>
              <a:srgbClr val="262D3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5001768"/>
            <a:ext cx="402336" cy="402336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50017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4782312"/>
            <a:ext cx="9509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 is the user's to set.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5129784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pizza code is the demo default because everyone recognises it. In production it's a phrase you'd never say by accident.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58368" y="6035040"/>
            <a:ext cx="10844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device geolocation, authenticated trusted-contact list, live NYC Emergency Management shelter feed, and embedding-based volunteer matching (needs ↔ offers).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58368" y="2084832"/>
            <a:ext cx="128016" cy="128016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96112" y="197510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SOS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251460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alert went out while I was</a:t>
            </a:r>
            <a:endParaRPr lang="en-US" sz="4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talking about toppings.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58368" y="4434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58368" y="5349240"/>
            <a:ext cx="10844784" cy="0"/>
          </a:xfrm>
          <a:prstGeom prst="line">
            <a:avLst/>
          </a:prstGeom>
          <a:noFill/>
          <a:ln w="12700">
            <a:solidFill>
              <a:srgbClr val="262D3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github.com/…/NYCity-SOS      ·      Deployed on Google Cloud Run      ·      AI Builder Day, NYU Tandon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 SOS — Voice-First Safety Companion</dc:title>
  <dc:subject>PptxGenJS Presentation</dc:subject>
  <dc:creator>City SOS Team</dc:creator>
  <cp:lastModifiedBy>City SOS Team</cp:lastModifiedBy>
  <cp:revision>1</cp:revision>
  <dcterms:created xsi:type="dcterms:W3CDTF">2026-07-25T19:33:18Z</dcterms:created>
  <dcterms:modified xsi:type="dcterms:W3CDTF">2026-07-25T19:33:18Z</dcterms:modified>
</cp:coreProperties>
</file>